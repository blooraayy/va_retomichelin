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7" r:id="rId2"/>
    <p:sldId id="283" r:id="rId3"/>
    <p:sldId id="348" r:id="rId4"/>
    <p:sldId id="403" r:id="rId5"/>
    <p:sldId id="414" r:id="rId6"/>
    <p:sldId id="411" r:id="rId7"/>
    <p:sldId id="409" r:id="rId8"/>
    <p:sldId id="405" r:id="rId9"/>
    <p:sldId id="412" r:id="rId10"/>
    <p:sldId id="413" r:id="rId11"/>
    <p:sldId id="415" r:id="rId12"/>
    <p:sldId id="416" r:id="rId13"/>
    <p:sldId id="383" r:id="rId14"/>
    <p:sldId id="287" r:id="rId15"/>
    <p:sldId id="404" r:id="rId16"/>
    <p:sldId id="417" r:id="rId17"/>
    <p:sldId id="41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87217" autoAdjust="0"/>
  </p:normalViewPr>
  <p:slideViewPr>
    <p:cSldViewPr snapToGrid="0" snapToObjects="1">
      <p:cViewPr varScale="1">
        <p:scale>
          <a:sx n="72" d="100"/>
          <a:sy n="72" d="100"/>
        </p:scale>
        <p:origin x="1181" y="53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+mj-lt"/>
              </a:rPr>
              <a:t>Detection</a:t>
            </a:r>
            <a:r>
              <a:rPr lang="es-ES" altLang="es-ES" b="1" dirty="0">
                <a:latin typeface="+mj-lt"/>
              </a:rPr>
              <a:t> + </a:t>
            </a:r>
            <a:r>
              <a:rPr lang="es-ES" altLang="es-ES" b="1" dirty="0" err="1">
                <a:latin typeface="+mj-lt"/>
              </a:rPr>
              <a:t>segmentation</a:t>
            </a:r>
            <a:r>
              <a:rPr lang="es-ES" altLang="es-ES" b="1" dirty="0">
                <a:latin typeface="+mj-lt"/>
              </a:rPr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vocabulary</a:t>
            </a:r>
            <a:endParaRPr lang="es-ES" altLang="es-ES" b="1" dirty="0">
              <a:latin typeface="+mj-lt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masks</a:t>
            </a:r>
            <a:endParaRPr lang="es-ES" altLang="es-ES" b="1" dirty="0">
              <a:latin typeface="+mj-lt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>
                <a:latin typeface="+mj-lt"/>
              </a:rPr>
              <a:t> </a:t>
            </a:r>
            <a:r>
              <a:rPr lang="es-ES" altLang="es-ES" b="1" dirty="0">
                <a:latin typeface="+mj-lt"/>
              </a:rPr>
              <a:t>Zero-</a:t>
            </a:r>
            <a:r>
              <a:rPr lang="es-ES" altLang="es-ES" b="1" dirty="0" err="1">
                <a:latin typeface="+mj-lt"/>
              </a:rPr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03: ZZZZ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348</TotalTime>
  <Words>1300</Words>
  <Application>Microsoft Office PowerPoint</Application>
  <PresentationFormat>Presentación en pantalla (4:3)</PresentationFormat>
  <Paragraphs>109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4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– Deep Learning</vt:lpstr>
      <vt:lpstr>2. Literature review – Deep Learning</vt:lpstr>
      <vt:lpstr>3. Selected method (Deep 1): Grounded-SAM</vt:lpstr>
      <vt:lpstr>3. Selected method (Deep 2): YOLOv9 + EfficientSAM</vt:lpstr>
      <vt:lpstr>3. Selected method 03: ZZZZ</vt:lpstr>
      <vt:lpstr>3. Selected method 04: WWWW</vt:lpstr>
      <vt:lpstr>4. Datasets </vt:lpstr>
      <vt:lpstr>5. Performance Metrics</vt:lpstr>
      <vt:lpstr>6. Conclusions</vt:lpstr>
      <vt:lpstr>Presentación de PowerPoint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Jaime Alvarado</cp:lastModifiedBy>
  <cp:revision>834</cp:revision>
  <cp:lastPrinted>2017-01-11T09:40:40Z</cp:lastPrinted>
  <dcterms:created xsi:type="dcterms:W3CDTF">2016-05-17T14:50:09Z</dcterms:created>
  <dcterms:modified xsi:type="dcterms:W3CDTF">2026-04-07T14:58:41Z</dcterms:modified>
  <cp:category>EFF</cp:category>
</cp:coreProperties>
</file>